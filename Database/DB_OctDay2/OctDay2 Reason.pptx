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0545"/>
            <a:ext cx="9144000" cy="5611495"/>
          </a:xfrm>
        </p:spPr>
        <p:txBody>
          <a:bodyPr>
            <a:normAutofit/>
          </a:bodyPr>
          <a:lstStyle/>
          <a:p>
            <a:pPr algn="just"/>
            <a:r>
              <a:rPr lang="en-US" sz="1800"/>
              <a:t>Answer : B, Reason</a:t>
            </a:r>
            <a:endParaRPr lang="en-US" sz="1800"/>
          </a:p>
          <a:p>
            <a:pPr algn="just"/>
            <a:endParaRPr 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/>
              <a:t>A: </a:t>
            </a:r>
            <a:r>
              <a:rPr lang="en-US" altLang="en-US" sz="1800"/>
              <a:t>This will return all city values, including duplicates.</a:t>
            </a:r>
            <a:endParaRPr lang="en-US" alt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1800"/>
              <a:t>B: DISTINCT ensures that only unique values are returned.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 This exactly matches the requirement.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endParaRPr lang="en-US" alt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1800"/>
              <a:t>C: Might work in Oracle, but not portable across all databases.      </a:t>
            </a:r>
            <a:endParaRPr lang="en-US" alt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/>
              <a:t>D: </a:t>
            </a:r>
            <a:r>
              <a:rPr lang="en-US" altLang="en-US" sz="1800"/>
              <a:t>ALL is the default behavior in SQL; it returns all rows, including duplicates. Does not remove duplicates.</a:t>
            </a:r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0545"/>
            <a:ext cx="9144000" cy="561149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800"/>
              <a:t>Answer : B, Reason</a:t>
            </a:r>
            <a:endParaRPr lang="en-US" sz="1800"/>
          </a:p>
          <a:p>
            <a:pPr algn="just"/>
            <a:endParaRPr 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/>
              <a:t>A: </a:t>
            </a:r>
            <a:r>
              <a:rPr lang="en-US" altLang="en-US" sz="1800"/>
              <a:t>The + operator is used for addition in most SQL databases.but in Oracle, MySQL, PostgreSQL, this will cause an error.</a:t>
            </a:r>
            <a:endParaRPr lang="en-US" alt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1800"/>
              <a:t>B: The || operator is the standard SQL concatenation operator. 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 Works in Oracle, PostgreSQL, SQLite, etc.</a:t>
            </a:r>
            <a:endParaRPr lang="en-US" altLang="en-US" sz="180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/>
              <a:t>C: The CONCAT() function joins multiple strings.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Works in MySQL, SQL Server, Oracle (with two arguments).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Correct, especially in MySQL and databases that support CONCAT.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/>
              <a:t>D: AND is a logical operator, not for concatenation.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This will cause an error.</a:t>
            </a:r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0545"/>
            <a:ext cx="9144000" cy="5611495"/>
          </a:xfrm>
        </p:spPr>
        <p:txBody>
          <a:bodyPr>
            <a:normAutofit lnSpcReduction="20000"/>
          </a:bodyPr>
          <a:lstStyle/>
          <a:p>
            <a:pPr algn="just"/>
            <a:r>
              <a:rPr lang="en-US" sz="1800"/>
              <a:t>Answer : C , Reason</a:t>
            </a:r>
            <a:endParaRPr lang="en-US" sz="1800"/>
          </a:p>
          <a:p>
            <a:pPr algn="just"/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/>
              <a:t>A: The single quote ' inside the string is not escaped, so SQL will misinterpret it as the end of the string and cause a syntax error.</a:t>
            </a:r>
            <a:endParaRPr lang="en-US" altLang="en-US" sz="1800"/>
          </a:p>
          <a:p>
            <a:pPr algn="just"/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B: can</a:t>
            </a:r>
            <a:r>
              <a:rPr lang="en-US" altLang="en-US" sz="1800"/>
              <a:t> escape it by doubling it ('') but not single.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/>
              <a:t>C: Correct (Oracle-specific).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Oracle supports quoting mechanism q'[ ... ]' to include special characters like ' without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doubling them.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Matches strings containing ' using the LIKE pattern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/>
              <a:t>D: Incorrect.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 CONTAINS is used in full-text search in some databases, but the syntax here is wrong, and it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 is not            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 standard SQL.</a:t>
            </a:r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0545"/>
            <a:ext cx="9144000" cy="5611495"/>
          </a:xfrm>
        </p:spPr>
        <p:txBody>
          <a:bodyPr>
            <a:noAutofit/>
          </a:bodyPr>
          <a:lstStyle/>
          <a:p>
            <a:pPr algn="just"/>
            <a:r>
              <a:rPr lang="en-US" sz="1800"/>
              <a:t>Answer : D, Reason</a:t>
            </a:r>
            <a:endParaRPr lang="en-US" sz="1800"/>
          </a:p>
          <a:p>
            <a:pPr algn="just"/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A: </a:t>
            </a:r>
            <a:r>
              <a:rPr lang="en-US" altLang="en-US" sz="1800"/>
              <a:t>Correct. But unnecessary.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/>
              <a:t>B: Correct in some databases.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/>
              <a:t>C: But + '...' only works in SQL Server, not in MySQL or Oracle.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Not portable across databases; may cause an error elsewhere.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/>
              <a:t>D: Correct in Oracle, PostgreSQL, SQLite.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SUBSTR() → first 5 characters.</a:t>
            </a:r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0545"/>
            <a:ext cx="9144000" cy="5611495"/>
          </a:xfrm>
        </p:spPr>
        <p:txBody>
          <a:bodyPr/>
          <a:lstStyle/>
          <a:p>
            <a:pPr algn="just"/>
            <a:r>
              <a:rPr lang="en-US" sz="1800"/>
              <a:t>Answer : B, Reason</a:t>
            </a:r>
            <a:endParaRPr lang="en-US" sz="1800"/>
          </a:p>
          <a:p>
            <a:pPr algn="just"/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A: </a:t>
            </a:r>
            <a:r>
              <a:rPr lang="en-US" altLang="en-US" sz="1800"/>
              <a:t>UNIQUE is Oracle-specific and acts like DISTINCT, but here the combination (employee_id, employee_name) must be unique.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 If the same employee_id has multiple names, both rows are returned..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B: </a:t>
            </a:r>
            <a:r>
              <a:rPr lang="en-US" altLang="en-US" sz="1800"/>
              <a:t>DISTINCT removes exact duplicate rows.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C: </a:t>
            </a:r>
            <a:r>
              <a:rPr lang="en-US" altLang="en-US" sz="1800"/>
              <a:t>DISTINCT ON (employee_id) ensures one row per employee_id.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D: </a:t>
            </a:r>
            <a:r>
              <a:rPr lang="en-US" altLang="en-US" sz="1800"/>
              <a:t>Using GROUP BY employee_id ensures one row per employee_id.</a:t>
            </a:r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0545"/>
            <a:ext cx="9144000" cy="5611495"/>
          </a:xfrm>
        </p:spPr>
        <p:txBody>
          <a:bodyPr/>
          <a:lstStyle/>
          <a:p>
            <a:pPr algn="just"/>
            <a:r>
              <a:rPr lang="en-US" sz="1800"/>
              <a:t>Answer : D , Reason</a:t>
            </a:r>
            <a:endParaRPr lang="en-US" sz="1800"/>
          </a:p>
          <a:p>
            <a:pPr algn="just"/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>
                <a:sym typeface="+mn-ea"/>
              </a:rPr>
              <a:t>A: </a:t>
            </a:r>
            <a:r>
              <a:rPr lang="en-US" altLang="en-US" sz="1800">
                <a:sym typeface="+mn-ea"/>
              </a:rPr>
              <a:t>last_name) || is not correct format.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>
                <a:sym typeface="+mn-ea"/>
              </a:rPr>
              <a:t>B: </a:t>
            </a:r>
            <a:r>
              <a:rPr lang="en-US" altLang="en-US" sz="1800">
                <a:sym typeface="+mn-ea"/>
              </a:rPr>
              <a:t>CONCAT() joins multiple strings. Correct but not simply.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>
                <a:sym typeface="+mn-ea"/>
              </a:rPr>
              <a:t>C: </a:t>
            </a:r>
            <a:r>
              <a:rPr lang="en-US" altLang="en-US" sz="1800">
                <a:sym typeface="+mn-ea"/>
              </a:rPr>
              <a:t>+ for string concatenation only works in SQL Server, not in MySQL or Oracle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>
                <a:sym typeface="+mn-ea"/>
              </a:rPr>
              <a:t>D: </a:t>
            </a:r>
            <a:r>
              <a:rPr lang="en-US" altLang="en-US" sz="1800">
                <a:sym typeface="+mn-ea"/>
              </a:rPr>
              <a:t>Correct (Oracle, PostgreSQL, SQLite).</a:t>
            </a:r>
            <a:r>
              <a:rPr lang="en-US" sz="1800">
                <a:sym typeface="+mn-ea"/>
              </a:rPr>
              <a:t> </a:t>
            </a:r>
            <a:r>
              <a:rPr lang="en-US" altLang="en-US" sz="1800">
                <a:sym typeface="+mn-ea"/>
              </a:rPr>
              <a:t>MYAT ZAW (IT)</a:t>
            </a:r>
            <a:endParaRPr 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0545"/>
            <a:ext cx="9144000" cy="5611495"/>
          </a:xfrm>
        </p:spPr>
        <p:txBody>
          <a:bodyPr/>
          <a:lstStyle/>
          <a:p>
            <a:pPr algn="just"/>
            <a:r>
              <a:rPr lang="en-US" sz="1800"/>
              <a:t>Answer : C, Reason</a:t>
            </a:r>
            <a:endParaRPr lang="en-US" sz="1800"/>
          </a:p>
          <a:p>
            <a:pPr algn="just"/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A: </a:t>
            </a:r>
            <a:r>
              <a:rPr lang="en-US" altLang="en-US" sz="1800"/>
              <a:t>Without GROUP BY, SQL will either throw an error (in strict SQL) or treat sale_date and product_id.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B: </a:t>
            </a:r>
            <a:r>
              <a:rPr lang="en-US" altLang="en-US" sz="1800"/>
              <a:t>DISTINCT only removes duplicate rows after the aggregation, but it does not group the sum per combination.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C: </a:t>
            </a:r>
            <a:r>
              <a:rPr lang="en-US" altLang="en-US" sz="1800"/>
              <a:t>GROUP BY sale_date, product_id → groups rows by each unique combination.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SUM(amount) → calculates total sales for each group.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    This is the standard and correct way to calculate totals per combination.</a:t>
            </a:r>
            <a:endParaRPr lang="en-US" altLang="en-US" sz="1800"/>
          </a:p>
          <a:p>
            <a:pPr algn="just">
              <a:buFont typeface="Arial" panose="020B0604020202020204" pitchFamily="34" charset="0"/>
            </a:pPr>
            <a:r>
              <a:rPr lang="en-US" altLang="en-US" sz="1800"/>
              <a:t> 	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D: </a:t>
            </a:r>
            <a:r>
              <a:rPr lang="en-US" altLang="en-US" sz="1800"/>
              <a:t>Like DISTINCT, UNIQUE does not perform grouping, so multiple rows with the same combination will not be aggregated.</a:t>
            </a:r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0545"/>
            <a:ext cx="9144000" cy="5611495"/>
          </a:xfrm>
        </p:spPr>
        <p:txBody>
          <a:bodyPr>
            <a:normAutofit/>
          </a:bodyPr>
          <a:lstStyle/>
          <a:p>
            <a:pPr algn="just"/>
            <a:r>
              <a:rPr lang="en-US" sz="1800"/>
              <a:t>Answer : C , Reason</a:t>
            </a:r>
            <a:endParaRPr lang="en-US" sz="1800"/>
          </a:p>
          <a:p>
            <a:pPr algn="just"/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A: </a:t>
            </a:r>
            <a:r>
              <a:rPr lang="en-US" altLang="en-US" sz="1800"/>
              <a:t>will return the text "product_name" for every row, not the column values.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B: </a:t>
            </a:r>
            <a:r>
              <a:rPr lang="en-US" altLang="en-US" sz="1800"/>
              <a:t>double quotes are for case-sensitive or special column names in some databases. Usually unnecessary</a:t>
            </a: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C: </a:t>
            </a:r>
            <a:r>
              <a:rPr lang="en-US" sz="1800">
                <a:sym typeface="+mn-ea"/>
              </a:rPr>
              <a:t>In Oracle , using </a:t>
            </a:r>
            <a:r>
              <a:rPr lang="en-US" altLang="en-US" sz="1800">
                <a:sym typeface="+mn-ea"/>
              </a:rPr>
              <a:t>single quotes can access special characters.</a:t>
            </a:r>
            <a:endParaRPr lang="en-US" altLang="en-US" sz="180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/>
              <a:t>D: In MySQL, it can access </a:t>
            </a:r>
            <a:r>
              <a:rPr lang="en-US" altLang="en-US" sz="1800"/>
              <a:t>even if they have special characters.</a:t>
            </a:r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3223</Words>
  <Application>WPS Presentation</Application>
  <PresentationFormat>Widescreen</PresentationFormat>
  <Paragraphs>96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Myat Zaw</dc:creator>
  <cp:lastModifiedBy>Myat Zaw</cp:lastModifiedBy>
  <cp:revision>51</cp:revision>
  <dcterms:created xsi:type="dcterms:W3CDTF">2025-07-23T00:59:00Z</dcterms:created>
  <dcterms:modified xsi:type="dcterms:W3CDTF">2025-10-08T11:16:51Z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1033-12.2.0.22530</vt:lpwstr>
  </property>
</Properties>
</file>
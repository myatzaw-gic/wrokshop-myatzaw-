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56" r:id="rId4"/>
    <p:sldId id="257" r:id="rId5"/>
    <p:sldId id="258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/>
              <a:t>Answer : C, Reason</a:t>
            </a:r>
            <a:endParaRPr lang="en-US" sz="1800"/>
          </a:p>
          <a:p>
            <a:pPr algn="just"/>
            <a:endParaRPr 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Counts all days (includes weekends).</a:t>
            </a: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/>
              <a:t>B: Just estimates working days (approximate), not exact.</a:t>
            </a: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/>
              <a:t>C: (END_DATE - START_DATE) → gives total days between two dates.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 TRUNC((END_DATE - START_DATE)/7) → counts how many full weeks are in that range.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 Each week has 2 weekend days (Saturday &amp; Sunday) → multiply by 2.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 Subtract those weekend days from total days.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 So it removes weekends, leaving only working days (Mon–Fri).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D: </a:t>
            </a:r>
            <a:r>
              <a:rPr lang="en-US" altLang="en-US" sz="1800"/>
              <a:t>Not valid in Oracle SQL (used in MySQL).</a:t>
            </a:r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/>
              <a:t>Answer : A, Reason</a:t>
            </a:r>
            <a:endParaRPr lang="en-US" sz="1800"/>
          </a:p>
          <a:p>
            <a:pPr algn="just"/>
            <a:endParaRPr 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rounds to the nearest hundred.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r>
              <a:rPr lang="en-US" altLang="en-US" sz="1800"/>
              <a:t>Eg: ROUND(155, -2) → 200</a:t>
            </a: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/>
              <a:t>B: Just cuts off (does not round).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r>
              <a:rPr lang="en-US" altLang="en-US" sz="1800"/>
              <a:t>Eg: TRUNC(189, -2) → 100, not 200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C: Returns remainder after dividing by 100.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r>
              <a:rPr lang="en-US" altLang="en-US" sz="1800"/>
              <a:t>Eg: MOD(256, 100) → 56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D: Always rounds up, even if not close to next hundred.</a:t>
            </a:r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>
            <a:normAutofit lnSpcReduction="20000"/>
          </a:bodyPr>
          <a:lstStyle/>
          <a:p>
            <a:pPr algn="just"/>
            <a:r>
              <a:rPr lang="en-US" sz="1800"/>
              <a:t>Answer : A 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A: TO_CHAR(HIRE_DATE, 'Q') → extracts the quarter (1–4) from a date.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   '4' means 4th quarter, i.e. October, November, December.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r>
              <a:rPr lang="en-US" altLang="en-US" sz="1800"/>
              <a:t>So this query directly and clearly finds employees hired in the last quarter of any year.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B: </a:t>
            </a:r>
            <a:r>
              <a:rPr lang="en-US" altLang="en-US" sz="1800"/>
              <a:t>Also works correctly. But A is simpler and clearer when focusing on “quarter.”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C:Wrong logic — it checks months divisible by 4 (April, August, December), not all last- quarter months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D:Works for months 10–12, but compares as string, which can cause issues if not zero-padded</a:t>
            </a:r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>
            <a:noAutofit/>
          </a:bodyPr>
          <a:lstStyle/>
          <a:p>
            <a:pPr algn="just"/>
            <a:r>
              <a:rPr lang="en-US" sz="1800"/>
              <a:t>Answer : A,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LAST_DAY(date) → built-in Oracle function that returns the last date of the month for the given date.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r>
              <a:rPr lang="en-US" altLang="en-US" sz="1800"/>
              <a:t>SYSDATE → gives the current date.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r>
              <a:rPr lang="en-US" altLang="en-US" sz="1800"/>
              <a:t>So LAST_DAY(SYSDATE) gives the last day of the current month directly and correctly.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B: Works fine, but longer.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r>
              <a:rPr lang="en-US" altLang="en-US" sz="1800"/>
              <a:t> A is simpler and clearer.</a:t>
            </a:r>
            <a:endParaRPr lang="en-US" altLang="en-US" sz="1800"/>
          </a:p>
          <a:p>
            <a:pPr indent="457200" algn="just">
              <a:buFont typeface="Arial" panose="020B0604020202020204" pitchFamily="34" charset="0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C: Wrong! Not all months have 31 days (e.g., February).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D: Just adds 30 days, not accurate — months have different lengths.</a:t>
            </a: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/>
          <a:lstStyle/>
          <a:p>
            <a:pPr algn="just"/>
            <a:r>
              <a:rPr lang="en-US" sz="1800"/>
              <a:t>Answer : A,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Correct and concise.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Handles both rounding and minimum wage condition in one function call.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B: </a:t>
            </a:r>
            <a:r>
              <a:rPr lang="en-US" altLang="en-US" sz="1800"/>
              <a:t>Works logically, but more verbose.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C: </a:t>
            </a:r>
            <a:r>
              <a:rPr lang="en-US" altLang="en-US" sz="1800"/>
              <a:t>MAX is an aggregate function, returns a single maximum value for the table.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Not suitable.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D: </a:t>
            </a:r>
            <a:r>
              <a:rPr lang="en-US" altLang="en-US" sz="1800"/>
              <a:t>Works, but overly complicated.</a:t>
            </a: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/>
          <a:lstStyle/>
          <a:p>
            <a:pPr algn="just"/>
            <a:r>
              <a:rPr lang="en-US" sz="1800"/>
              <a:t>Answer : B 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A: Use weekday number ( Friday = 6 by Default)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B: </a:t>
            </a:r>
            <a:r>
              <a:rPr lang="en-US" altLang="en-US" sz="1800"/>
              <a:t>Without trimming, 'FRIDAY' ≠ 'FRIDAY ' → won’t match.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C: </a:t>
            </a:r>
            <a:r>
              <a:rPr lang="en-US" altLang="en-US" sz="1800"/>
              <a:t>'DY' returns an abbreviated day name (like FRI),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Works only if your database language (NLS_DATE_LANGUAGE) is English.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D: Too complex, not practical.</a:t>
            </a:r>
            <a:endParaRPr 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/>
          <a:lstStyle/>
          <a:p>
            <a:pPr algn="just"/>
            <a:r>
              <a:rPr lang="en-US" sz="1800"/>
              <a:t>Answer : A,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Direct and readable.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Works for any month and year.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B: </a:t>
            </a:r>
            <a:r>
              <a:rPr lang="en-US" altLang="en-US" sz="1800"/>
              <a:t>'DD' returns day as a string with leading zero ('01', '02', … '15')	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Less clear than EXTRACT.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C: </a:t>
            </a:r>
            <a:r>
              <a:rPr lang="en-US" altLang="en-US" sz="1800"/>
              <a:t> Works, but requires understanding date arithmetic; less readable than EXTRACT.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D: </a:t>
            </a:r>
            <a:r>
              <a:rPr lang="en-US" altLang="en-US" sz="1800"/>
              <a:t>Uses string ,MOD, number, unnecessary complexity. Not clean, harder to maintain.</a:t>
            </a: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>
            <a:normAutofit/>
          </a:bodyPr>
          <a:lstStyle/>
          <a:p>
            <a:pPr algn="just"/>
            <a:r>
              <a:rPr lang="en-US" sz="1800"/>
              <a:t>Answer : B 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Not fully accurate for exact birthdays (doesn’t account for exact month/day).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B: </a:t>
            </a:r>
            <a:r>
              <a:rPr lang="en-US" altLang="en-US" sz="1800"/>
              <a:t>MONTHS_BETWEEN(SYSDATE, BIRTH_DATE) → total number of months between today and birth date.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Dividing by 12 → years.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TRUNC() → removes fractional part → gives complete years only, correctly handling birthdays.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Most accurate and commonly used method in Oracle.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C: </a:t>
            </a:r>
            <a:r>
              <a:rPr lang="en-US" altLang="en-US" sz="1800"/>
              <a:t>Only subtracts years, ignores month and day.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Example: Born December 1990, today January 2025 → gives 35 instead of 34. Not accurate.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D: </a:t>
            </a:r>
            <a:r>
              <a:rPr lang="en-US" altLang="en-US" sz="1800"/>
              <a:t>Same issue as C, just converts to number differently.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Ignores months/days → may overestimate age.</a:t>
            </a:r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3204</Words>
  <Application>WPS Presentation</Application>
  <PresentationFormat>Widescreen</PresentationFormat>
  <Paragraphs>102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Myat Zaw</dc:creator>
  <cp:lastModifiedBy>Myat Zaw</cp:lastModifiedBy>
  <cp:revision>54</cp:revision>
  <dcterms:created xsi:type="dcterms:W3CDTF">2025-07-23T00:59:00Z</dcterms:created>
  <dcterms:modified xsi:type="dcterms:W3CDTF">2025-10-08T15:54:32Z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1033-12.2.0.22530</vt:lpwstr>
  </property>
</Properties>
</file>